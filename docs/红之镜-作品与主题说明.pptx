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开场（约20秒）</a:t>
            </a:r>
          </a:p>
          <a:p>
            <a:r>
              <a:t>《红之镜》，英文 MIRROR OF RED。</a:t>
            </a:r>
          </a:p>
          <a:p>
            <a:r>
              <a:t>一句话：弹幕闪避 × 平台跳跃的横版 ACT 原型，主角是小红帽蕾克。</a:t>
            </a:r>
          </a:p>
          <a:p>
            <a:r>
              <a:t>今天只讲两页：作品是什么，以及它为什么长在「红之镜」这个题目上。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主题关联（约40秒）</a:t>
            </a:r>
          </a:p>
          <a:p>
            <a:r>
              <a:t>原始设计里，镜中世界关着一整套「相反面」：贪婪·艾露玛、傲慢·贞德、惰怠·维多利亚、暴虐·猩红魔姬、罪人·格林——她们都是主世界线人物的翻版，同一个人的另一条可能。</a:t>
            </a:r>
          </a:p>
          <a:p>
            <a:r>
              <a:t>只有玛丽苏例外：她不属于任何人的倒影，她是写故事的人，是凌驾镜像之上的作者。</a:t>
            </a:r>
          </a:p>
          <a:p>
            <a:r>
              <a:t>蕾克本来就与镜世界脱不开关系，所以本作保留了她穿越镜中世界的权能。</a:t>
            </a:r>
          </a:p>
          <a:p>
            <a:r>
              <a:t>Demo 的落点，就是用「暴虐·猩红魔姬」和「作者·玛丽苏」两场战斗，把这个命题打出来：你要砍断的，是别人的故事，也是自己的倒影。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82296" cy="2743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AAAAB0"/>
                </a:solidFill>
                <a:latin typeface="Microsoft YaHei"/>
              </a:rPr>
              <a:t>CODEJAM 2026  ·  SUDA CEA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200" b="1">
                <a:solidFill>
                  <a:srgbClr val="FF0000"/>
                </a:solidFill>
                <a:latin typeface="Microsoft YaHei"/>
              </a:rPr>
              <a:t>红之镜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Microsoft YaHei"/>
              </a:rPr>
              <a:t>MIRROR  OF  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11880"/>
            <a:ext cx="3108960" cy="317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AAAAB0"/>
                </a:solidFill>
                <a:latin typeface="Microsoft YaHei"/>
              </a:rPr>
              <a:t>弹幕闪避 × 平台跳跃  ·  横版 ACT 原型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AAAAB0"/>
                </a:solidFill>
                <a:latin typeface="Microsoft YaHei"/>
              </a:rPr>
              <a:t>一人一镜，穿过「红」的倒影，去砍断写故事的人。</a:t>
            </a:r>
          </a:p>
        </p:txBody>
      </p:sp>
      <p:pic>
        <p:nvPicPr>
          <p:cNvPr id="9" name="Picture 8" descr="bg_mirror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822960"/>
            <a:ext cx="5029200" cy="2830429"/>
          </a:xfrm>
          <a:prstGeom prst="rect">
            <a:avLst/>
          </a:prstGeom>
        </p:spPr>
      </p:pic>
      <p:pic>
        <p:nvPicPr>
          <p:cNvPr id="10" name="Picture 9" descr="hongzhijin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331720"/>
            <a:ext cx="4206240" cy="1472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03720" y="461772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AAAAB0"/>
                </a:solidFill>
                <a:latin typeface="Microsoft YaHei"/>
              </a:rPr>
              <a:t>主题关键词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AAAAB0"/>
                </a:solidFill>
                <a:latin typeface="Microsoft YaHei"/>
              </a:rPr>
              <a:t>红 —— 血、罪、警示，也是蕾克唯一的颜色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AAAAB0"/>
                </a:solidFill>
                <a:latin typeface="Microsoft YaHei"/>
              </a:rPr>
              <a:t>镜 —— 倒影、翻版、另一个自己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AAAAB0"/>
                </a:solidFill>
                <a:latin typeface="Microsoft YaHei"/>
              </a:rPr>
              <a:t>红之镜 —— 照见「相反的她们」的窗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66666E"/>
                </a:solidFill>
                <a:latin typeface="Microsoft YaHei"/>
              </a:rPr>
              <a:t>Godot 4.7.2  ·  1280×720  ·  键盘 / 鼠标  ·  单机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0000"/>
                </a:solidFill>
                <a:latin typeface="Microsoft YaHei"/>
              </a:rPr>
              <a:t>为什么是「红之镜」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AAAAB0"/>
                </a:solidFill>
                <a:latin typeface="Microsoft YaHei"/>
              </a:rPr>
              <a:t>镜中世界关着一整套「主世界人物的相反面」，而蕾克手里握着穿越镜面的权能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1064240" cy="12700"/>
          </a:xfrm>
          <a:prstGeom prst="rect">
            <a:avLst/>
          </a:prstGeom>
          <a:solidFill>
            <a:srgbClr val="666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074920" cy="4480560"/>
          </a:xfrm>
          <a:prstGeom prst="rect">
            <a:avLst/>
          </a:prstGeom>
          <a:solidFill>
            <a:srgbClr val="141418"/>
          </a:solidFill>
          <a:ln w="12700">
            <a:solidFill>
              <a:srgbClr val="666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核心设定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21408"/>
            <a:ext cx="4480560" cy="254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46177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AAAB0"/>
                </a:solidFill>
                <a:latin typeface="Microsoft YaHei"/>
              </a:rPr>
              <a:t>· 蕾克与「镜」本就脱不开关系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AAAB0"/>
                </a:solidFill>
                <a:latin typeface="Microsoft YaHei"/>
              </a:rPr>
              <a:t>  原作中她就与镜世界纠缠不清，本作保留了她「穿越镜中世界」的权能。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AAAB0"/>
                </a:solidFill>
                <a:latin typeface="Microsoft YaHei"/>
              </a:rPr>
              <a:t>· 镜中世界是主世界的翻版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AAAB0"/>
                </a:solidFill>
                <a:latin typeface="Microsoft YaHei"/>
              </a:rPr>
              <a:t>  镜里出现的「她们」，都是主世界线人物的相反面——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AAAB0"/>
                </a:solidFill>
                <a:latin typeface="Microsoft YaHei"/>
              </a:rPr>
              <a:t>  同一个人的另一条可能。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AAAB0"/>
                </a:solidFill>
                <a:latin typeface="Microsoft YaHei"/>
              </a:rPr>
              <a:t>· 但玛丽苏不是翻版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AAAAB0"/>
                </a:solidFill>
                <a:latin typeface="Microsoft YaHei"/>
              </a:rPr>
              <a:t>  她不属于任何人的倒影，她是「写故事的人」：凌驾于镜像之上的作者，也是那句「恭喜你，走到这里」的施舍者。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600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镜中世界的「罪」谱系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938528"/>
            <a:ext cx="5394960" cy="254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121408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AAAAB0"/>
                </a:solidFill>
                <a:latin typeface="Microsoft YaHei"/>
              </a:rPr>
              <a:t>贪婪 · 艾露玛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395727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6666E"/>
                </a:solidFill>
                <a:latin typeface="Microsoft YaHei"/>
              </a:rPr>
              <a:t>主世界：艾露玛  ·  相反面：永不满足的占有欲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779776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AAAAB0"/>
                </a:solidFill>
                <a:latin typeface="Microsoft YaHei"/>
              </a:rPr>
              <a:t>傲慢 · 贞德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5409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6666E"/>
                </a:solidFill>
                <a:latin typeface="Microsoft YaHei"/>
              </a:rPr>
              <a:t>主世界：贞德  ·  相反面：不容置疑的自我神化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43814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AAAAB0"/>
                </a:solidFill>
                <a:latin typeface="Microsoft YaHei"/>
              </a:rPr>
              <a:t>惰怠 · 维多利亚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12463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6666E"/>
                </a:solidFill>
                <a:latin typeface="Microsoft YaHei"/>
              </a:rPr>
              <a:t>主世界：维多利亚  ·  相反面：放弃一切的停滞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096511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FF0000"/>
                </a:solidFill>
                <a:latin typeface="Microsoft YaHei"/>
              </a:rPr>
              <a:t>暴虐 · 猩红魔姬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370831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6666E"/>
                </a:solidFill>
                <a:latin typeface="Microsoft YaHei"/>
              </a:rPr>
              <a:t>主世界：蕾克  ·  相反面：把恨当力量的自己  ← Demo 已实装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754879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AAAAB0"/>
                </a:solidFill>
                <a:latin typeface="Microsoft YaHei"/>
              </a:rPr>
              <a:t>罪人 · 格林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02919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6666E"/>
                </a:solidFill>
                <a:latin typeface="Microsoft YaHei"/>
              </a:rPr>
              <a:t>主世界：格林  ·  相反面：背负罪名的那条路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413247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82FF00"/>
                </a:solidFill>
                <a:latin typeface="Microsoft YaHei"/>
              </a:rPr>
              <a:t>作者 · 玛丽苏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687567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6666E"/>
                </a:solidFill>
                <a:latin typeface="Microsoft YaHei"/>
              </a:rPr>
              <a:t>唯一不是翻版：镜中世界的书写者  ← Demo 最终战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144768"/>
            <a:ext cx="11091672" cy="603504"/>
          </a:xfrm>
          <a:prstGeom prst="rect">
            <a:avLst/>
          </a:prstGeom>
          <a:solidFill>
            <a:srgbClr val="141418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236208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Demo 落点：以「暴虐 · 猩红魔姬」与「作者 · 玛丽苏」两场镜像之战，验证「红之镜」的核心命题——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</a:rPr>
              <a:t>你要砍断的，是别人的故事，也是自己的倒影。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